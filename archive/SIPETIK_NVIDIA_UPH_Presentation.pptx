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" cy="43891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76B900"/>
                </a:solidFill>
              </a:defRPr>
            </a:pPr>
            <a:r>
              <a:t>NVIDIA ACCELERATED COMPUTING &amp; AGTECH 4.0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Menjawab Tantangan Petani &amp; Memperkuat Ketahanan Pangan Indonesia</a:t>
            </a:r>
          </a:p>
          <a:p>
            <a:pPr>
              <a:spcAft>
                <a:spcPts val="2800"/>
              </a:spcAft>
              <a:defRPr sz="1700">
                <a:solidFill>
                  <a:srgbClr val="D2D2D2"/>
                </a:solidFill>
              </a:defRPr>
            </a:pPr>
            <a:r>
              <a:t>SIPETIK: Smart Edge AI Vision, Selective Pest Deterrent &amp; IoT Ecosystem di Pematang Sawah</a:t>
            </a:r>
          </a:p>
          <a:p>
            <a:pPr>
              <a:defRPr sz="1300" b="1">
                <a:solidFill>
                  <a:srgbClr val="76B900"/>
                </a:solidFill>
              </a:defRPr>
            </a:pPr>
            <a:r>
              <a:t>Presented by: Bryan Daniel — NVIDIA Student Ambassador @ Universitas Pelita Harapan (UPH)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Realita Masalah Petani Indonesia: Krisis di Lapangan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Serangan Hama Mendadak</a:t>
            </a:r>
          </a:p>
          <a:p>
            <a:pPr>
              <a:defRPr sz="1000" b="1">
                <a:solidFill>
                  <a:srgbClr val="F04646"/>
                </a:solidFill>
              </a:defRPr>
            </a:pPr>
            <a:r>
              <a:t>[MASALAH #1: GAGAL PANEN]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20% - 40% panen hilang akibat tikus sawah, wereng, burung, dan ulat grayak.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1 malam serangan tikus bisa memusnahkan 1 hektar sawah, modal berbulan-bulan lenyap seketika.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Keterlambatan respons mempercepat ledakan populasi hama.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Jebakan Pestisida Kimia</a:t>
            </a:r>
          </a:p>
          <a:p>
            <a:pPr>
              <a:defRPr sz="1000" b="1">
                <a:solidFill>
                  <a:srgbClr val="F04646"/>
                </a:solidFill>
              </a:defRPr>
            </a:pPr>
            <a:r>
              <a:t>[MASALAH #2: RACUN KIMIA]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Petani menghabiskan 20% - 30% modal hanya untuk membeli racun pestisida sintetis.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Paparan zat beracun tanpa APD memicu penyakit kulit, pernapasan, dan risiko kanker bagi petani.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Hama menjadi kebal (resisten) dan predator alami ikut terbunuh.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Kelelahan Fisik &amp; Ronda Malam</a:t>
            </a:r>
          </a:p>
          <a:p>
            <a:pPr>
              <a:defRPr sz="1000" b="1">
                <a:solidFill>
                  <a:srgbClr val="F04646"/>
                </a:solidFill>
              </a:defRPr>
            </a:pPr>
            <a:r>
              <a:t>[MASALAH #3: BEBAN FISIK]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Petani terpaksa ronda malam keliling sawah membawa obor untuk mengusir hama.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Kelelahan kronis dan risiko bahaya gigitan ular berbisa di tengah sawah.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Pertanian 'Kira-kira': Ketiadaan data ilmiah kondisi tanah dan kelembapan.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Solusi SIPETIK: Dari Laboratorium ke Pematang Sawah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Edge Vision (NVIDIA)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[AI VISION REVOLUTION]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Pemrosesan video real-time berkecepatan 60+ FPS (&lt;12ms latency).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Dual-Recognition: Mengenali Petani/Manusia vs Hama Sawah secara selektif.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Beroperasi mandiri di tepi sawah tanpa butuh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Smart IoT Node (ESP32)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[CONNECTED HARDWARE]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Sensor ilmiah: Suhu udara, Kelembapan, Soil Moisture tanah, dan pH.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Aktuator cerdas: Buzzer ultrasonik multifrekuensi (mencegah habituasi hama).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Bertenaga surya 10W (Solar Powered) mandiri 24/7.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Mobile Web Dashboard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[COMMAND CENTER]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Command center ramah petani: Pantau kondisi sawah dari smartphone.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Peringatan dini otomatis dan riwayat serangan hama tersimpan rapi.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Zero Complexity: Petani cukup menyalakan alat dan melihat status di HP.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Inovasi Kunci: Dual Recognition (Selektif &amp; Beretika)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👤 Kategori 1: Petani / Manusia (Aman)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[STATUS: PETANI BEKERJA (BUZZER OFF)]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Deteksi manusia dengan bounding box Cyan: [AMAN] Petani (92%).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Logika Sistem: Buzzer pengusir DINONAKTIFKAN secara otomatis.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Menjamin petani tetap aman dan nyaman bekerja di sawah tanpa terganggu alarm bising.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Mencegah alarm palsu (Zero False Alarms) pada manusia dan hewan ternak peliharaan.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Dashboard menampilkan status lahan aman terkendali.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🐀 Kategori 2: Hama Sawah (Ancaman Tindakan)</a:t>
            </a:r>
          </a:p>
          <a:p>
            <a:pPr>
              <a:defRPr sz="1000" b="1">
                <a:solidFill>
                  <a:srgbClr val="F04646"/>
                </a:solidFill>
              </a:defRPr>
            </a:pPr>
            <a:r>
              <a:t>[STATUS: HAMA TERDETEKSI (BUZZER ON)]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Deteksi spesifik: Tikus Sawah, Burung Pipit, Keong Mas, Wereng, Ulat Grayak.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Bounding box Merah Menyala: [HAMA] Tikus Sawah (95%).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Logika Sistem: Sinyal instan dikirim ke ESP32 membunyikan buzzer ultrasonik.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Hama langsung terusir dalam hitungan detik sebelum merusak batang padi.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Notifikasi darurat dicatat ke riwayat log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Mengapa NVIDIA? Lompatan Performa Edge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CUDA Cores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[PARALLEL POWER]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Pemrosesan paralel puluhan miliar operasi matriks deep learning secara simultan.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Menghilangkan bottleneck CPU standar.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Throughput stabil 45+ FPS di kondisi scene sawah berdaun lebat.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TensorRT Optimization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[TENSORRT ENGINE]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Kuantisasi FP16/INT8 presisi tinggi dan Layer Fusion.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Memangkas latensi dari 110ms menjadi di bawah 12 milidetik (60+ FPS).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Konsumsi VRAM hemat dan beban CPU turun drastis ke 15%.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Jetson Platform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[JETSON ORIN EDGE]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Form-factor mini seukuran kartu kredit dengan komputasi AI hingga 40 TOPS.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Konsumsi daya sangat rendah (7W - 15W) bertenaga surya penuh.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Tahan cuaca panas dan kelembapan ekstrem sawah tropis.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Dampak Nyata Langsung bagi Petani Indonesia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Peningkatan Hasil Panen &amp; Laba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[KESEJAHTERAAN EKONOMI]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Menekan kerugian akibat hama dari 30% menjadi di bawah 8%.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Meningkatkan pendapatan bersih keluarga petani sebesar 25% – 40% per musim panen.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Penghematan Biaya Pestisida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[EFISIENSI BIAYA]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Memangkas belanja racun kimia hingga 70% – 80% (hemat jutaan rupiah per hektar).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Mengurangi biaya tenaga kerja ronda malam dan pemulihan tanaman rusak.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1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Kesehatan &amp; Keselamatan Terlindungi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[KESEHATAN PETANI]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09159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Menghilangkan risiko keracunan pestisida kimia karsinogenik.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Petani tidak perlu lagi ronda malam di sawah bersuhu dingin dan bahaya hewan berbisa.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120640" cy="21488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1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Smart Farming dari Rumah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[KUALITAS HIDUP]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59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Petani memantau kelembapan tanah, pH, dan keamanan lahan langsung dari smartphone.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Kepastian panen memberikan ketenangan dan stabilitas masa depan keluarga.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Dampak Strategis bagi Ketahanan Bangsa Indonesia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Kedaulatan Pangan Nasional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[NATIONAL FOOD SECURITY]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Menyelamatkan jutaan ton beras nasional yang selama ini hilang dimakan hama.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Memperkuat program Swasembada Beras Nasional dan menekan kebutuhan impor beras.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Menjaga stabilitas pasokan dan harga pangan pokok bagi 280 juta rakyat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Kelestarian Lingkungan (ESG)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[GREEN SUSTAINABILITY]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Mencegah kerusakan hara tanah dan pencemaran air sungai akibat pestisida sintetis.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Menjaga keanekaragaman hayati dan predator alami sawah (burung hantu, laba-laba).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Menghasilkan beras sehat, organik, dan bernilai jual tinggi.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Regenerasi Petani Muda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[YOUTH EMPOWERMENT]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Mengubah stigma bertani dari 'kotor dan kuno' menjadi 'High-Tech &amp; Menguntungkan'.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Menarik minat generasi muda (Gen Z &amp; Milenial) untuk berinovasi di sektor pertanian modern.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Membangun kedaulatan teknologi karya talenta anak bangsa.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Peta Jalan Masa Depan dengan Ekosistem NVIDIA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DeepStream SDK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[MULTI-STREAM SCALE]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Mengelola puluhan kamera sawah sekaligus secara paralel tanpa bottleneck.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Analitik video multi-lahan untuk perkebunan skala luas di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TAO Toolkit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[FAST TRANSFER LEARNING]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Fine-tuning cepat spesies hama langka endemik Nusantara tanpa perlu jutaan data manual.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Model pruning otomatis untuk deployment mulus di Jetson.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NVIDIA Omniverse 3D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[SYNTHETIC SIMULATION]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Generasi data sintetis 3D kondisi cuaca hujan lebat, malam hari, dan bayangan angin.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Meningkatkan ketahanan AI di cuaca tropis ekstrem.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X SIPETIK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Misi Brand Ambassador NVIDIA @ Universitas Pelita Harapan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Membangun Ekosistem Developer di Kampus UPH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[CAMPUS LEADERSHIP]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Mengedukasi mahasiswa UPH tentang kekuatan NVIDIA Accelerated Computing (CUDA, TensorRT, Jetson, Omniverse).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Menyelenggarakan workshop hands-on, bootcamp coding AI, dan sertifikasi NVIDIA Deep Learning Institute (DLI).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Mendorong riset interdisipliner di UPH yang memecahkan masalah riil bangsa Indonesia.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Kolaborasi Industri &amp; Dampak Sosial</a:t>
            </a:r>
          </a:p>
          <a:p>
            <a:pPr>
              <a:defRPr sz="1000" b="1">
                <a:solidFill>
                  <a:srgbClr val="00D2F0"/>
                </a:solidFill>
              </a:defRPr>
            </a:pPr>
            <a:r>
              <a:t>[REAL-WORLD COLLABORATION]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Menjadikan UPH sebagai pusat riset Smart Agriculture &amp; Edge AI terdepan di Indonesia.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Menghubungkan civitas akademika UPH dengan peluang inovasi global NVIDIA.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Membuktikan bahwa teknologi kelas dunia dapat diterapkan untuk membantu rakyat kecil di pedesaan.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B900"/>
                </a:solidFill>
              </a:defRPr>
            </a:pPr>
            <a:r>
              <a:t>NVIDIA STUDENT AMBASSADOR @ UNIVERSITAS PELITA HARAPAN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Kesimpulan: Masa Depan Pertanian Cerdas Indonesia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Key Takeaways &amp; Call to Action</a:t>
            </a:r>
          </a:p>
          <a:p>
            <a:pPr>
              <a:defRPr sz="1000" b="1">
                <a:solidFill>
                  <a:srgbClr val="76B900"/>
                </a:solidFill>
              </a:defRPr>
            </a:pPr>
            <a:r>
              <a:t>[THE FUTURE IS AI-DRIVEN]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1. SIPETIK adalah bukti nyata integrasi Edge AI bertenaga NVIDIA dengan IoT hemat energi (10W bertenaga surya) untuk memecahkan krisis hama sawah.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2. Inovasi Dual Recognition melindungi petani (Aman/Buzzer OFF) dan menindak hama secara selektif (Buzzer ON) dengan latensi sub-12ms.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3. Dampak Nyata: Peningkatan pendapatan petani 30%+, eliminasi racun pestisida kimia 80%, dan penyelamatan jutaan ton beras untuk kedaulatan pangan nasional.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4. Regenerasi Petani: Menjadikan pertanian Indonesia modern, bergengsi, dan ramah generasi muda melalui inovasi AI.</a:t>
            </a:r>
          </a:p>
          <a:p>
            <a:pPr>
              <a:spcAft>
                <a:spcPts val="800"/>
              </a:spcAft>
              <a:defRPr sz="1200">
                <a:solidFill>
                  <a:srgbClr val="D2D2D2"/>
                </a:solidFill>
              </a:defRPr>
            </a:pPr>
            <a:r>
              <a:t>•  </a:t>
            </a:r>
            <a:br/>
            <a:r>
              <a:t>Bersama NVIDIA dan Universitas Pelita Harapan, Mari Wujudkan Masa Depan Pertanian Indonesia yang Cerdas, Mandiri, dan Berkelanjutan!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